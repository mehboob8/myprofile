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9" r:id="rId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5" autoAdjust="0"/>
    <p:restoredTop sz="95179" autoAdjust="0"/>
  </p:normalViewPr>
  <p:slideViewPr>
    <p:cSldViewPr snapToGrid="0">
      <p:cViewPr varScale="1">
        <p:scale>
          <a:sx n="81" d="100"/>
          <a:sy n="81" d="100"/>
        </p:scale>
        <p:origin x="12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540AA-8AE7-4E77-815D-99DA5A757C33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79100-DC41-4E76-9E04-2D60243B7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8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79100-DC41-4E76-9E04-2D60243B75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2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7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2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6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9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55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9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7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3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57D3B-42F3-48AC-8336-FFADDCAFF9D8}" type="datetimeFigureOut">
              <a:rPr lang="en-US" smtClean="0"/>
              <a:t>20-May-23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D9271-986D-490F-97C6-A15414399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8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2522" y="-981"/>
            <a:ext cx="2532801" cy="6685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130" y="125163"/>
            <a:ext cx="2149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Robo"/>
              </a:rPr>
              <a:t>Mehboob Quazi</a:t>
            </a:r>
            <a:endParaRPr lang="en-US" sz="2000" dirty="0">
              <a:latin typeface="Robo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 flipV="1">
            <a:off x="533400" y="457200"/>
            <a:ext cx="1996441" cy="4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0160" y="525273"/>
            <a:ext cx="186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Robo"/>
              </a:rPr>
              <a:t>Solution Architecture</a:t>
            </a:r>
            <a:endParaRPr lang="en-US" sz="1400" dirty="0">
              <a:latin typeface="Rob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8059" y="897457"/>
            <a:ext cx="238085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ato"/>
              </a:rPr>
              <a:t>Technical experience with 18 years of experience with knowledge about legacy modernization, platform design, and application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ato"/>
              </a:rPr>
              <a:t>Adept at constructing software architecture suited to rapid deployment across multiple projects to reduce development times.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ato"/>
              </a:rPr>
              <a:t>Successful at standardizing design, delivery, and implementation processes for enterprise-wide systems, platforms, and solutions. Good at strategic and tactical planning, project management, and team leadership skillsets.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ato"/>
              </a:rPr>
              <a:t>Working experience of effective team management and excellent client interaction skills, Self-motivated, energetic and highly ethical in work assignments and able to contribute to the corporate goals.</a:t>
            </a:r>
            <a:endParaRPr lang="en-US" sz="1200" dirty="0"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72287" y="-1"/>
            <a:ext cx="5281114" cy="6854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958494" y="-981"/>
            <a:ext cx="5194904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Robo"/>
              </a:rPr>
              <a:t>EXPERIENCE SUMMARY</a:t>
            </a:r>
            <a:endParaRPr lang="en-US" sz="2400" dirty="0">
              <a:latin typeface="Rob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7581" y="454474"/>
            <a:ext cx="5387743" cy="62940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Robo"/>
              </a:rPr>
              <a:t>Program Manager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 smtClean="0">
                <a:latin typeface="Lato"/>
              </a:rPr>
              <a:t>Dec 2020 to Jan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Identifying the development and design teams' alignment within an organization and enable the team to achieve the roadmap identified for the project and the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Prepare estimation plan required by calculating the sizing needed for the given release Risk Mitigation plan in case of any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Prepare the delivery plan and execute as per define milestone.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Participate in weekly meetings with client to discuss project direction and milestone achievement.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Developed reporting application architecture strategy to specifically aligns with organizer goal.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Create migration strategies to bridge development gaps between existing software architecture and future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Analyze legacy applications and identify the improvement area.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Robo"/>
              </a:rPr>
              <a:t>Architect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Nov 2019 to Nov </a:t>
            </a:r>
            <a:r>
              <a:rPr lang="en-US" sz="1400" dirty="0" smtClean="0"/>
              <a:t>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Design the database for the application and approval with COE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Redesign the legacy application with new architecture.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Crate the proof of concept for innovative new 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Design and plan forward thinking application that match the user needs and improve.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Design and build the RPA solution to automate user manual task with addition of Al and OCR technologies.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Design and migrate </a:t>
            </a:r>
            <a:r>
              <a:rPr lang="en-US" sz="1050" dirty="0" err="1" smtClean="0">
                <a:latin typeface="Lato"/>
              </a:rPr>
              <a:t>onprem</a:t>
            </a:r>
            <a:r>
              <a:rPr lang="en-US" sz="1050" dirty="0" smtClean="0">
                <a:latin typeface="Lato"/>
              </a:rPr>
              <a:t> reporting application cloud technologies.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Robo"/>
              </a:rPr>
              <a:t>Tech </a:t>
            </a:r>
            <a:r>
              <a:rPr lang="en-US" sz="1600" dirty="0" smtClean="0">
                <a:latin typeface="Robo"/>
              </a:rPr>
              <a:t>Lead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Apr 2013 to </a:t>
            </a:r>
            <a:r>
              <a:rPr lang="en-US" sz="1400" dirty="0" smtClean="0"/>
              <a:t>Oct 2015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Lato"/>
              </a:rPr>
              <a:t>Analyze and tune the high performance </a:t>
            </a:r>
            <a:r>
              <a:rPr lang="en-US" sz="1050" dirty="0" smtClean="0">
                <a:latin typeface="Lato"/>
              </a:rPr>
              <a:t>query.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Migration from MS SQL Server database to Oracle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Written near real-time data extraction logic from other data source applications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Provide technical support .to the team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Robo"/>
              </a:rPr>
              <a:t>Sr. </a:t>
            </a:r>
            <a:r>
              <a:rPr lang="en-US" sz="1600" dirty="0">
                <a:latin typeface="Robo"/>
              </a:rPr>
              <a:t>Developer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Jul 2012 to Apr </a:t>
            </a:r>
            <a:r>
              <a:rPr lang="en-US" sz="1400" dirty="0" smtClean="0"/>
              <a:t>2013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Lato"/>
              </a:rPr>
              <a:t>Writing PL/SQL </a:t>
            </a:r>
            <a:r>
              <a:rPr lang="en-US" sz="1050" dirty="0" smtClean="0">
                <a:latin typeface="Lato"/>
              </a:rPr>
              <a:t>packages, procedures </a:t>
            </a:r>
            <a:r>
              <a:rPr lang="en-US" sz="1050" dirty="0">
                <a:latin typeface="Lato"/>
              </a:rPr>
              <a:t>for subprograms being called from </a:t>
            </a:r>
            <a:r>
              <a:rPr lang="en-US" sz="1050" dirty="0" smtClean="0">
                <a:latin typeface="Lato"/>
              </a:rPr>
              <a:t>front-end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Requirement gathering with client.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latin typeface="Lato"/>
              </a:rPr>
              <a:t>Developed code as per requirement.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3398" y="48509"/>
            <a:ext cx="3916681" cy="122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369032" y="0"/>
            <a:ext cx="3701047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Robo"/>
              </a:rPr>
              <a:t>DOMAIN EXPERIENCE</a:t>
            </a:r>
            <a:endParaRPr lang="en-US" sz="2400" dirty="0">
              <a:latin typeface="Rob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9036" y="565872"/>
            <a:ext cx="3124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Banking &amp; Finance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Human Resources</a:t>
            </a:r>
            <a:endParaRPr lang="en-US" sz="1100" dirty="0">
              <a:latin typeface="Lat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53400" y="2200308"/>
            <a:ext cx="3916680" cy="659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369032" y="1452104"/>
            <a:ext cx="3664084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Robo"/>
              </a:rPr>
              <a:t>CERTIFICATIONS</a:t>
            </a:r>
            <a:endParaRPr lang="en-US" sz="2400" dirty="0">
              <a:latin typeface="Rob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2072" y="2051652"/>
            <a:ext cx="370104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AWS Solution Architecture (Associate)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Technical Architecture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Professional Scrum Master (PSM-I)</a:t>
            </a:r>
          </a:p>
          <a:p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8332072" y="5018431"/>
            <a:ext cx="3916681" cy="1836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366760" y="4972964"/>
            <a:ext cx="370331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Robo"/>
              </a:rPr>
              <a:t>SKILLS</a:t>
            </a:r>
            <a:endParaRPr lang="en-US" sz="2400" dirty="0">
              <a:latin typeface="Rob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99711" y="5576827"/>
            <a:ext cx="33657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Oracle PL/SQL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MS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Project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Azure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RPA UiPath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AWS</a:t>
            </a:r>
            <a:endParaRPr lang="en-US" sz="1100" dirty="0">
              <a:latin typeface="Lat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69032" y="2956567"/>
            <a:ext cx="3716288" cy="1793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393031" y="3011772"/>
            <a:ext cx="3640085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latin typeface="Robo"/>
              </a:defRPr>
            </a:lvl1pPr>
          </a:lstStyle>
          <a:p>
            <a:r>
              <a:rPr lang="en-US" dirty="0" smtClean="0"/>
              <a:t>SPECIALIZATION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490956" y="3702957"/>
            <a:ext cx="26494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Database programming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Database Designing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Lato"/>
              </a:rPr>
              <a:t>Program Management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5204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419</Words>
  <Application>Microsoft Office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Robo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32</cp:revision>
  <dcterms:created xsi:type="dcterms:W3CDTF">2023-05-20T00:51:38Z</dcterms:created>
  <dcterms:modified xsi:type="dcterms:W3CDTF">2023-05-20T04:50:11Z</dcterms:modified>
</cp:coreProperties>
</file>